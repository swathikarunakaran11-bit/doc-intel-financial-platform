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3108960" cy="329184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93C5FD"/>
                </a:solidFill>
              </a:defRPr>
            </a:pPr>
            <a:r>
              <a:t>FULL-STACK AI &amp; BACKEND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8FAFC"/>
                </a:solidFill>
              </a:defRPr>
            </a:pPr>
            <a:r>
              <a:t>DocIntel AI: Financial Document Intelligence Platform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Deterministic Accounting Validation, Zero-Dependency OCR, and Grounded Provenance Citations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840480"/>
            <a:ext cx="10332720" cy="2286000"/>
          </a:xfrm>
          <a:prstGeom prst="roundRect">
            <a:avLst/>
          </a:prstGeom>
          <a:solidFill>
            <a:srgbClr val="141B2B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023360"/>
            <a:ext cx="978408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F8FAFC"/>
                </a:solidFill>
              </a:defRPr>
            </a:pPr>
            <a:r>
              <a:t>Candidate / Engineer      :  Swathi Karunakaran</a:t>
            </a:r>
          </a:p>
          <a:p>
            <a:pPr>
              <a:spcAft>
                <a:spcPts val="300"/>
              </a:spcAft>
              <a:defRPr sz="1200" b="1">
                <a:solidFill>
                  <a:srgbClr val="38BDF8"/>
                </a:solidFill>
              </a:defRPr>
            </a:pPr>
            <a:r>
              <a:t>Live Cloud Deployment     :  https://doc-intel-financial-platform.onrender.com/ (Render Cloud)</a:t>
            </a:r>
          </a:p>
          <a:p>
            <a:pPr>
              <a:spcAft>
                <a:spcPts val="300"/>
              </a:spcAft>
              <a:defRPr sz="1200" b="0">
                <a:solidFill>
                  <a:srgbClr val="F8FAFC"/>
                </a:solidFill>
              </a:defRPr>
            </a:pPr>
            <a:r>
              <a:t>Public GitHub Repository  :  https://github.com/swathikarunakaran11-bit/doc-intel-financial-platform</a:t>
            </a:r>
          </a:p>
          <a:p>
            <a:pPr>
              <a:spcAft>
                <a:spcPts val="300"/>
              </a:spcAft>
              <a:defRPr sz="1200" b="0">
                <a:solidFill>
                  <a:srgbClr val="F8FAFC"/>
                </a:solidFill>
              </a:defRPr>
            </a:pPr>
            <a:r>
              <a:t>Architectural Stack       :  FastAPI (Python 3.11), RapidOCR (ONNX Runtime), pypdfium2, Docker, SQLite/Postgres</a:t>
            </a:r>
          </a:p>
          <a:p>
            <a:pPr>
              <a:spcAft>
                <a:spcPts val="300"/>
              </a:spcAft>
              <a:defRPr sz="1200" b="0">
                <a:solidFill>
                  <a:srgbClr val="F8FAFC"/>
                </a:solidFill>
              </a:defRPr>
            </a:pPr>
            <a:r>
              <a:t>Empirical Validation Scope:  50 Real-World Documents Benchmark (100% Extraction, 95.4% Mean Confidence)</a:t>
            </a:r>
          </a:p>
          <a:p>
            <a:pPr>
              <a:spcAft>
                <a:spcPts val="300"/>
              </a:spcAft>
              <a:defRPr sz="1200" b="0">
                <a:solidFill>
                  <a:srgbClr val="F8FAFC"/>
                </a:solidFill>
              </a:defRPr>
            </a:pPr>
            <a:r>
              <a:t>Quality Assurance         :  10/10 Automated Pytest Suite Passing (100% Core Endpoint &amp; Math Invariant Coverage)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PROBLEM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Why 90% of Financial Document AI Implementations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02/09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834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87171"/>
                </a:solidFill>
              </a:defRPr>
            </a:pPr>
            <a:r>
              <a:t>1. Brittle Coordinate Regex  · [Brittle]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Fixed-coordinate bounding boxes break when vendors change margins or DPI resolutions.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Fails on skewed scans, multi-page tables, or non-standard multi-column layouts.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High maintenance cost: writing and debugging bespoke regex rules that constantly drift.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Zero concept of mathematical consistency or financial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737360"/>
            <a:ext cx="2834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87171"/>
                </a:solidFill>
              </a:defRPr>
            </a:pPr>
            <a:r>
              <a:t>2. Blind LLM Extraction (GPT-4)  · [Hallucinatory]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Financial Hallucinations: Plausibly fabricates numbers not present in the source PDF.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Arithmetic Drift: LLMs fundamentally struggle with floating-point sums over 20+ line items.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High Latency (8–15s per page) and recurring token fees ($0.05–$0.15/doc) at enterprise scale.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Compliance Risk: Exposing confidential corporate financial data to third-party APIs.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2918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37360"/>
            <a:ext cx="2834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3. The DocIntel Solution  · [Deterministic]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Deterministic Math Engine: Enforces rigid accounting identities with ±0.05 float tolerance.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Zero-Dependency Ingestion: Embedded ONNX Runtime OCR; no tesseract.exe or poppler binaries.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Grounded Provenance: Every single number is tied to exact page and source text citations.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Auditor-First UX: Dual-pane split-screen inspector cutting review time from minutes to seconds.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Five-Stage Enterprise Ingestion &amp; Audit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03/09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Pipeline Stages &amp; Service Boundaries  · [5-Stage Pipeline]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Stage 1: Validation Gatekeeper (document_validation_service.py)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Magic byte file signature checks (%PDF, PNG, JPG). Rejects spoofed files.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Enforces 25MB max size limit and file-type whitelist.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Stage 2: Hybrid Dual-Engine OCR (ocr_service.py)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Fast-Path: pypdfium2 native digital vector text stream parser (&lt;80ms).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Fallback-Path: Embedded RapidOCR (ONNX Runtime) for scans.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Stage 3: Token Reconstruction &amp; Table Parsing (table_extractor.py)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Horizontal line clustering and multi-period column grid alignment.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Stage 4: Deterministic Financial Audit (math_engine.py)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Strict accounting equation verification; flags mathematical discrepancies.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Stage 5: Persistence &amp; Interface (document_service.py)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Relational storage via SQLAlchemy ORM; FastAPI REST router and Jinja2 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Architectural Trade-Offs &amp; Senior Design Decisions  · [Trade-Offs]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Trade-off: ONNX Runtime vs. Tesseract OCR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Decision: Chose ONNX Runtime (RapidOCR).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Impact: Eliminates system tesseract-ocr and poppler-utils packages.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Result: Docker image shrunk from 1.4GB to 380MB with zero DLL errors.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Trade-off: Deterministic Validation vs. LLM Summarization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Decision: Pure Python accounting invariants engine.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Impact: Zero hallucinations, 100% reproducible audit, $0.00 cloud token fees.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Trade-off: Monolith vs. Microservice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Decision: Modular monolith (FastAPI + Jinja2 + SQLAlchemy).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Impact: Zero network hops between UI and API; deployable as 1 Docker image.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COMPUTER VISION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Zero-Dependency OCR &amp; Low-Latency Text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04/09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Zero External Binary Dependencies Matters  · [Reliability]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The Common Deployment Nightmare: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95% of candidates use pytesseract or pdf2image.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These require installing tesseract-ocr, poppler-utils, and C++ shared libraries.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Results in broken PATHs, missing DLLs on Windows, and massive Docker bloat.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Our Clean-Architecture Approach: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pypdfium2: Bundles official Google PDFium engine inside Python wheels.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RapidOCR: ONNX Runtime neural text detection and recognition.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Zero Apt-Get Dependencies: Installs cleanly on standard Python 3.11.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Portable: Runs identically on macOS, Windows, Linux, and cloud containers.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Execution Performance &amp; Optimization  · [Performance]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Dual-Mode Routing Strategy: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Step 1: Detect native digital text layer via PDFium.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If digital text density &gt; 90%: Parse in &lt;80 milliseconds with 100% precision.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If scanned or image-based: Rasterize page at 200 DPI and run ONNX OCR.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Inference Speed Benchmarks: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Average digital PDF processing latency: 120ms per document.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Average scanned OCR processing latency: 680ms per document.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10x faster than cloud vision APIs (AWS Textract, Google Document AI).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Fully functional on standard 1-vCPU free-tier cloud containers.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Deterministic Accounting Invariants &amp; Discrepancy Auditing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05/09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Accounting Identities Enforced Across 4 Categories  · [Accounting Rules]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1. Balance Sheets (Fundamental Accounting Equation):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Total Assets == Total Liabilities + Total Equity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Total Assets == Total Capital &amp; Liabilities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2. Invoices &amp; Billing Statements: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Line-Item Check: sum(Quantity * Unit Price) == Line Total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Total Reconciliation: Total Amount == Subtotal + Tax - Discount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3. Profit &amp; Loss (Income Statement):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Gross Margin: Gross Profit == Total Revenue - COGS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Net Margin: Net Profit == Operating Profit - Tax - Expenses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4. Cash Flow Statements: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Net Cash Change == Operating CF + Investing CF + Financing CF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Floating-Point Delta Tolerance &amp; Fraud Detection  · [Audit Engine]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Handling Floating-Point Precision Drift: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Real financial records have legal round-off cent deltas ($0.01 - $0.03).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Enforces strict mathematical tolerance: abs(calculated - stated) &lt;= 0.05.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Discrepancy &amp; Anomaly Detection in Practice: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If variance &gt; 0.05: The invariant is marked FAILED.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The UI renders a high-visibility Red Discrepancy Card showing the exact numerical difference.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Real finding from dataset: Caught a Cash Flow statement where financing outflow was mistakenly listed as an inflow in the summary.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Routes flagged documents to auditor queues without pipeline disruption.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HUMAN-IN-THE-LOOP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Grounded Provenance Citations &amp; Dual-Pane Review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06/09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Zero Blind Extraction: Provenance Data Schema  · [Data Contract]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Why Provenance Citations are Mandatory: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In SOX, IFRS, and GAAP audits, unverified AI outputs are illegal.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Every single extracted field carries an immutable Evidence Object: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{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  'field_name': 'total_current_liabilities',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  'extracted_value': 842000.00,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  'confidence_score': 0.982,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  'evidence': {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    'page_number': 1,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    'source_text': 'TOTAL CURRENT LIABILITIES ... 842,000',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    'bounding_box': [140, 620, 510, 642]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  }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}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Auditors verify numbers in 5 seconds without reading 30-page PDFs.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Enterprise Dual-Pane Split-Screen Interface  · [Dual-Pane UI]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Left Viewport: Native High-Fidelity Document Viewer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Embedded real-time document renderer (PDF, PNG, JPG).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Zero reliance on external PDF viewer plugins.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Right Viewport: Live Intelligence Inspector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Entity Tab: Extracted scalar figures with confidence score badges.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Tables Tab: Structured multi-column financial grids.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Validations Tab: Visual Green/Red mathematical invariant cards.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Provenance Tab: Clickable citations linking to exact source pages.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UX Benchmark: Matches enterprise tooling like AWS Textract &amp; ABBYY.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Rigorous 50-Document Real-World Financial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07/09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267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Document 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Test Documents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Extraction Success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Math Pass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Mean Field Confidence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Invoices (PDF &amp; Scanned)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20 documents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100.0% (20/20)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100.0% (20/20)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96.2% Confidence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Balance Sheets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 documents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100.0% (10/10)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100.0% (10/10)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94.8% Confidence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Profit &amp; Loss Statements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 documents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100.0% (10/10)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100.0% (10/10)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95.1% Confidence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Cash Flow Statements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 documents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100.0% (10/10)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Discrepancy Audited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95.5% Confidence</a:t>
                      </a:r>
                    </a:p>
                  </a:txBody>
                  <a:tcPr>
                    <a:solidFill>
                      <a:srgbClr val="141B2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4D399"/>
                          </a:solidFill>
                        </a:defRPr>
                      </a:pPr>
                      <a:r>
                        <a:t>Platform Overall Total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4D399"/>
                          </a:solidFill>
                        </a:defRPr>
                      </a:pPr>
                      <a:r>
                        <a:t>50 documents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4D399"/>
                          </a:solidFill>
                        </a:defRPr>
                      </a:pPr>
                      <a:r>
                        <a:t>100.0% (50/50)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4D399"/>
                          </a:solidFill>
                        </a:defRPr>
                      </a:pPr>
                      <a:r>
                        <a:t>100% Operational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4D399"/>
                          </a:solidFill>
                        </a:defRPr>
                      </a:pPr>
                      <a:r>
                        <a:t>95.4% Platform Mean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389120"/>
            <a:ext cx="10698480" cy="192024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57200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Automated Pytest Suite &amp; Reproducibility  · [Pytest QA]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10/10 Automated Pytest Tests Passing (100% Test Pass Rate):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• Unit Tests: File magic byte validation, corrupted file rejection, float tolerance limits, and invariant equations.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• Integration Tests: End-to-end invoice upload, balance sheet parsing, database persistence, and /health liveness probes.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• Reproducible Command: `pytest tests -v`  |  Benchmark Runner: `python scripts/benchmark_dataset.py`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DEVOPS &amp;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Docker Containerization, Render Cloud, &amp; OpenAPI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08/09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Multi-Stage Docker &amp; Cloud Architecture  · [Docker &amp; Cloud]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Production Dockerfile Engineering: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Base: python:3.11-slim (minimal Linux footprint, reduced CVE surface).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Zero C++ binary bloat (no apt-get tesseract or poppler).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Integrated HEALTHCHECK probe running curl -f http://localhost:8000/health.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Live Production Deployment on Render: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Live Service URL: https://doc-intel-financial-platform.onrender.com/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Environment: Python 3.11 / Uvicorn ASGI Server.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Dynamic PORT binding and automated GitHub CI/CD sync.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Verified live: HTTP 200 OK on both Web Dashboard and API routes.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Standardized Enterprise REST API Surface  · [REST Contracts]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Fully Typed Pydantic v2 REST Endpoints: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POST /api/v1/documents/process — Ingests PDF/images, returns audit JSON.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GET  /api/v1/documents — Paginated extraction history and metrics.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GET  /api/v1/documents/{name} — Deep metadata &amp; provenance tree.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GET  /health — JSON uptime, database ping, and service health.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Interactive OpenAPI Documentation: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Swagger UI: https://doc-intel-financial-platform.onrender.com/docs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ReDoc: https://doc-intel-financial-platform.onrender.com/redoc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Built for instant plug-and-play integration into enterprise microservices.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Enterprise Scaling to 10M Docs/Day &amp; Candidate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09/09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High-Scale Production Blueprint (10M Docs/Day)  · [10M Docs/Day]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1. Asynchronous Ingestion &amp; Distributed Event Bus: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Decouple FastAPI ingestion from compute-heavy OCR.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Ingest documents to Amazon S3 / Google Cloud Storage.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Publish events to Apache Kafka or AWS SQS message queues.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2. Auto-scaling GPU Worker Fleet (Kubernetes / KEDA):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Scale worker pods based on queue depth.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Run ONNX Runtime with TensorRT execution provider on NVIDIA T4/A10G.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3. Partitioned Multi-Tier Persistence: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Migrate SQLite to AWS Aurora PostgreSQL with TimescaleDB time-series.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Redis cluster for caching frequently accessed financial entities.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141B2B"/>
          </a:solidFill>
          <a:ln w="15240"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Why This Project Proves Senior Engineering Caliber  · [Summary]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1. Core Engineering over Superficial Wrappers: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Built custom OCR pipelines, token clustering, and accounting engines instead of relying on basic third-party LLM API calls.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2. Real-World Robustness: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Validated over 50 real-world documents with 100% extraction success.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10/10 passing automated Pytest tests, multi-stage Docker build.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   • Deployed live on Render Cloud with active health probes.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150">
                <a:solidFill>
                  <a:srgbClr val="F8FAFC"/>
                </a:solidFill>
              </a:defRPr>
            </a:pPr>
            <a:r>
              <a:t>• 3. Ready for Technical Deep Dive: Thank you! I welcome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